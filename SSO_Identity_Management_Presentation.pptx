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D9FF">
              <a:alpha val="10000"/>
            </a:srgbClr>
          </a:solidFill>
          <a:ln w="12700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822960" cy="822960"/>
          </a:xfrm>
          <a:prstGeom prst="rect">
            <a:avLst>
              <a:gd name="adj" fmla="val 5556"/>
            </a:avLst>
          </a:prstGeom>
          <a:solidFill>
            <a:srgbClr val="00D9FF">
              <a:alpha val="85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Single Sign-On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Identity Management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2004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Authentication · Authorization · Identity Federation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554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OAuth 2.0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4251960"/>
            <a:ext cx="1554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OpenID Connect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4251960"/>
            <a:ext cx="1554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SAML 2.0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4251960"/>
            <a:ext cx="1554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MFA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4251960"/>
            <a:ext cx="155448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Zero Trust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We Built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56032" cy="2560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authentication platform enabling users to log in once and access multiple applications seamlessly.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256032" cy="2560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industry-standard protocols ensuring compatibility with enterprise and cloud ecosystems.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99816"/>
            <a:ext cx="256032" cy="2560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multi-factor authentication, role-based access control, and real-time session management.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256032" cy="2560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831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a zero-trust security model — every request is authenticated, authorized, and encrypted.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192024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60120"/>
            <a:ext cx="1920240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9FF"/>
                </a:solidFill>
              </a:rPr>
              <a:t>SSO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Sign-On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 login, all apps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960120"/>
            <a:ext cx="192024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960120"/>
            <a:ext cx="1920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MFA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494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Multi-Factor Auth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Layered security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834640"/>
            <a:ext cx="192024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834640"/>
            <a:ext cx="1920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RBAC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8463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Granular control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2834640"/>
            <a:ext cx="192024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0" y="283464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AES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94944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End-to-end secure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1188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</a:rPr>
              <a:t>Authentication Protocols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533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Mastered OAuth 2.0, OpenID Connect, and SAML 2.0 for secure identity federation across distributed systems.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54864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Security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3533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Designed zero-trust networks with layered defenses including token validation, session hardening, and threat modeling.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8600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Identity Lifecycle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249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Implemented full user lifecycle management: provisioning, role assignment, access reviews, and deprovisioning.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Cryptography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27249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Applied AES-256 encryption, JWT signing (RS256), and secure key management with HSM integration.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57600"/>
            <a:ext cx="54864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515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API 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Built RESTful APIs with OAuth bearer tokens, rate limiting, IP allowlisting, and audit logging.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0233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54864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4068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Security Testing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0965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Conducted penetration testing, OWASP Top 10 assessments, and automated security scanning in CI/CD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554480" cy="38404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44752"/>
            <a:ext cx="1554480" cy="36576"/>
          </a:xfrm>
          <a:prstGeom prst="rect">
            <a:avLst/>
          </a:prstGeom>
          <a:solidFill>
            <a:srgbClr val="00D9FF">
              <a:alpha val="50000"/>
            </a:srgbClr>
          </a:solidFill>
          <a:ln w="1270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44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67712"/>
            <a:ext cx="1554480" cy="36576"/>
          </a:xfrm>
          <a:prstGeom prst="rect">
            <a:avLst/>
          </a:prstGeom>
          <a:solidFill>
            <a:srgbClr val="00D9FF">
              <a:alpha val="50000"/>
            </a:srgbClr>
          </a:solidFill>
          <a:ln w="1270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677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90672"/>
            <a:ext cx="1554480" cy="36576"/>
          </a:xfrm>
          <a:prstGeom prst="rect">
            <a:avLst/>
          </a:prstGeom>
          <a:solidFill>
            <a:srgbClr val="00D9FF">
              <a:alpha val="50000"/>
            </a:srgbClr>
          </a:solidFill>
          <a:ln w="1270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13632"/>
            <a:ext cx="1554480" cy="36576"/>
          </a:xfrm>
          <a:prstGeom prst="rect">
            <a:avLst/>
          </a:prstGeom>
          <a:solidFill>
            <a:srgbClr val="00D9FF">
              <a:alpha val="50000"/>
            </a:srgbClr>
          </a:solidFill>
          <a:ln w="1270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13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Axios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84832" y="960120"/>
            <a:ext cx="1554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84832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84832" y="144475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4832" y="1444752"/>
            <a:ext cx="155448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1444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Node.js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84832" y="226771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4832" y="2267712"/>
            <a:ext cx="155448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4832" y="22677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Express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84832" y="309067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3090672"/>
            <a:ext cx="155448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0906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Passport.js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84832" y="391363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4832" y="3913632"/>
            <a:ext cx="155448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84832" y="3913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03904" y="960120"/>
            <a:ext cx="1554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03904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Identity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03904" y="144475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03904" y="1444752"/>
            <a:ext cx="1554480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3904" y="1444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Keycloak / Auth0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03904" y="226771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03904" y="2267712"/>
            <a:ext cx="1554480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03904" y="22677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SAML 2.0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03904" y="309067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03904" y="3090672"/>
            <a:ext cx="1554480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03904" y="30906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OIDC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03904" y="391363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904" y="3913632"/>
            <a:ext cx="1554480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03904" y="3913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LDAP / AD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22976" y="960120"/>
            <a:ext cx="1554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522976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Database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522976" y="144475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22976" y="1444752"/>
            <a:ext cx="15544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22976" y="1444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22976" y="226771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22976" y="2267712"/>
            <a:ext cx="15544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22976" y="22677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Redis (Sessions)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22976" y="309067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22976" y="3090672"/>
            <a:ext cx="15544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22976" y="30906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MongoDB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522976" y="391363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22976" y="3913632"/>
            <a:ext cx="15544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22976" y="3913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Vault (Secrets)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42048" y="960120"/>
            <a:ext cx="155448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242048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DevOps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42048" y="144475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42048" y="1444752"/>
            <a:ext cx="1554480" cy="36576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42048" y="1444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242048" y="226771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42048" y="2267712"/>
            <a:ext cx="1554480" cy="36576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42048" y="22677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42048" y="309067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42048" y="3090672"/>
            <a:ext cx="1554480" cy="36576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30906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242048" y="3913632"/>
            <a:ext cx="15544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42048" y="3913632"/>
            <a:ext cx="1554480" cy="36576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42048" y="3913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Terraform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752344"/>
            <a:ext cx="201168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FF"/>
                </a:solidFill>
              </a:rPr>
              <a:t>Unified SSO Portal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Single login across all connected apps via federated identity providers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752344"/>
            <a:ext cx="20116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2032" y="1618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MFA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42032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TOTP, SMS, biometric, and hardware key second factors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96012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752344"/>
            <a:ext cx="2011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🗝️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18304" y="1618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Token Management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18304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JWT issuance, rotation, revocation, and introspection endpoints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96012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752344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94576" y="1618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Audit Logging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94576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Immutable logs for every auth event, login attempt, and policy 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7180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764024"/>
            <a:ext cx="20116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6576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</a:rPr>
              <a:t>Admin Dashboard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management, role assignment, policy editor, and analytics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297180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4764024"/>
            <a:ext cx="2011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542032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Social &amp; Enterprise Login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42032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Google, GitHub, Microsoft Azure AD, and LDAP integration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6864" y="297180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4764024"/>
            <a:ext cx="201168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718304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FF"/>
                </a:solidFill>
              </a:rPr>
              <a:t>API Gateway Auth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18304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OAuth bearer token validation for all downstream microservices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03136" y="2971800"/>
            <a:ext cx="201168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4764024"/>
            <a:ext cx="20116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894576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Anomaly Detection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94576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Geo-velocity checks, brute-force lockout, and suspicious activity alerts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50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</a:rPr>
              <a:t>Client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1978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Web App · Mobile App · SPA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27432" cy="1280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0020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36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API Gateway / Reverse Proxy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8836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Rate Limiting · TLS Termination · Request Routing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2148840"/>
            <a:ext cx="27432" cy="1280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86000"/>
            <a:ext cx="54864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22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Identity Provider (IdP)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5694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SSO Engine · Token Issuance · Session Management · MFA Orchestration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27432" cy="1280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7180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71800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08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2552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User Service · Auth Service · Audit Service · Notification Service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3520440"/>
            <a:ext cx="27432" cy="1280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5760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9410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PostgreSQL · Redis · Vault · S3 Audit Logs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📊 users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id (UUID PK)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email (UNIQUE)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password_hash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mfa_enabled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865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created_at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last_login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📊 roles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132588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id (UUID PK)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91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8562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121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permissions (JSONB)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3865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is_system_role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91440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91440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📊 sessions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132588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id (UUID 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591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user_id (FK)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8562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token_hash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121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ip_address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3865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expires_at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6517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revoked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15468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📊 audit_logs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1480" y="3566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id (UUID PK)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38313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user_id (FK)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0965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event_type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36168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resource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6268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result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8920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timestamp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315468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154680"/>
            <a:ext cx="274320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📊 applications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383280" y="3566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id (UUID PK)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38313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client_id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0965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client_secret_hash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436168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redirect_uris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83280" y="46268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allowed_scopes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20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6576" cy="3749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78992"/>
            <a:ext cx="274320" cy="27432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005840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05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</a:rPr>
              <a:t>Q2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Passkey / FIDO2 Support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12801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Eliminate passwords entirely with device-bound hardware keys and biometrics.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4650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673352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673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Q3 2025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Anomaly Detection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19476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Machine learning models to detect unusual login patterns and auto-quarantine compromised accounts.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41401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340864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340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Q3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2340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Self-Service Portal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86000" y="261518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Users can manage their own MFA devices, linked accounts, and active sessions.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08152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3008376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008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Q4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Decentralized Identity (DID)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286000" y="328269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W3C DID standard support for blockchain-anchored verifiable credentials.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675888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Q1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Zero-Knowledge Proofs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286000" y="395020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Privacy-preserving authentication where identity is verified without exposing credentials.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16552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4343400"/>
            <a:ext cx="10972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343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Q2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Compliance Automation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286000" y="46177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Auto-generated SOC 2, ISO 27001, and GDPR compliance reports from audit data.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D9FF">
              <a:alpha val="12000"/>
            </a:srgbClr>
          </a:solidFill>
          <a:ln w="12700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🔐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Secure. Scalable. Trusted.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9FF"/>
                </a:solidFill>
              </a:rPr>
              <a:t>Identity Management for the Modern Enterprise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SSO &amp; Identity Management System</dc:title>
  <dc:subject>PptxGenJS Presentation</dc:subject>
  <dc:creator>PptxGenJS</dc:creator>
  <cp:lastModifiedBy>PptxGenJS</cp:lastModifiedBy>
  <cp:revision>1</cp:revision>
  <dcterms:created xsi:type="dcterms:W3CDTF">2026-03-12T08:39:00Z</dcterms:created>
  <dcterms:modified xsi:type="dcterms:W3CDTF">2026-03-12T08:39:00Z</dcterms:modified>
</cp:coreProperties>
</file>